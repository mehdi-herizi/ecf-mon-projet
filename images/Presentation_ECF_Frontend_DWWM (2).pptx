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b5323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1349" y="529977"/>
            <a:ext cx="6721153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spcAft>
                <a:spcPts val="18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 Front-End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726359" y="1794867"/>
            <a:ext cx="3691283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67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de votre application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19456" y="2819251"/>
            <a:ext cx="870508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Prénom</a:t>
            </a:r>
            <a:endParaRPr lang="en-US" sz="1800" dirty="0"/>
          </a:p>
          <a:p>
            <a:pPr algn="ctr" indent="0" marL="0">
              <a:lnSpc>
                <a:spcPts val="252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Formation DWWM 2025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19456" y="3954512"/>
            <a:ext cx="870508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janvier 2026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68320" y="438150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du projet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950541"/>
            <a:ext cx="42359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des besoins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2377232"/>
            <a:ext cx="4152900" cy="135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cible 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Utilisateurs de l'application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résolu 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Besoin identifié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Finalités principales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86300" y="1950541"/>
            <a:ext cx="42359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technique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86300" y="2377232"/>
            <a:ext cx="4152900" cy="182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Structure sémantique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Styles et responsive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ES6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Interactivité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:</a:t>
            </a:r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 de données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68320" y="438150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2/16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visées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878062"/>
            <a:ext cx="4152900" cy="2240161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182862"/>
            <a:ext cx="39250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statiques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09552"/>
            <a:ext cx="3848100" cy="135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et CSS3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86300" y="1878062"/>
            <a:ext cx="4152900" cy="2240161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8700" y="2182862"/>
            <a:ext cx="39250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dynamiques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38700" y="2609552"/>
            <a:ext cx="3848100" cy="135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ES6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Interactivité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Manipulation DOM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68320" y="438150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3/16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et navigation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967657"/>
            <a:ext cx="42359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Desktop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2394347"/>
            <a:ext cx="42359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: 1920x1080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4800" y="2657177"/>
            <a:ext cx="42359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Insérer vos captures de maquettes Figma/Adobe XD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86300" y="1967657"/>
            <a:ext cx="42359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Mobile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86300" y="2394347"/>
            <a:ext cx="42359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: 360x800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2657177"/>
            <a:ext cx="42359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responsive pour smartphones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4800" y="3262908"/>
            <a:ext cx="870508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4800" y="3956298"/>
            <a:ext cx="87050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 → Liste des éléments → Page de détails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68320" y="438150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4/16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614863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1 : Liste des éléments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82850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2186583"/>
            <a:ext cx="42942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et Mobile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04800" y="2436019"/>
            <a:ext cx="42942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Insérer captures desktop et mobile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629150" y="182850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HTML/CSS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68320" y="438150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5/16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2 : Page de détails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94280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2300883"/>
            <a:ext cx="42942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et Mobile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04800" y="2550319"/>
            <a:ext cx="42942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Insérer captures desktop et mobile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629150" y="194280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HTML/CSS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68320" y="438150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59847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 1 : Recherche dynamique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59990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1957983"/>
            <a:ext cx="42942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Insérer capture de la fonctionnalité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04800" y="2245519"/>
            <a:ext cx="4210050" cy="350490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2245519"/>
            <a:ext cx="0" cy="35049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150" y="2340769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tape "carb" → Filtrage temps réel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29150" y="159990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JavaScript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68320" y="438150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7/16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5071491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 2 : Chargement 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868835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2226915"/>
            <a:ext cx="42942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Insérer capture de la fonctionnalité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04800" y="2514451"/>
            <a:ext cx="4210050" cy="350490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2514451"/>
            <a:ext cx="0" cy="35049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150" y="2609701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→ API → Affichage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29150" y="1868835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JavaScript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68320" y="438150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8/16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de l'application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721793"/>
            <a:ext cx="2768501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026593"/>
            <a:ext cx="251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20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entrées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187601" y="1721793"/>
            <a:ext cx="276865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40001" y="2026593"/>
            <a:ext cx="2513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20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XSS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070550" y="1721793"/>
            <a:ext cx="2768501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22950" y="2026593"/>
            <a:ext cx="251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20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222950" y="2255193"/>
            <a:ext cx="2463701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HTTPS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 HTTPS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68320" y="4381500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9/16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 (RGAA)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891457"/>
            <a:ext cx="42942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304800" y="2238077"/>
            <a:ext cx="4210050" cy="182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Balises sémantiques HTML5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Attributs alt sur images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Contrastes 4.5:1 min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clavier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29150" y="1891457"/>
            <a:ext cx="429425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code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8362355" y="4381500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10/16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6091619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d'essai : Fonctionnalité de recherche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76493" y="4381500"/>
            <a:ext cx="4719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et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98477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2342852"/>
            <a:ext cx="4210050" cy="182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HTML/CSS : Validés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: 95/100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 : 98/100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: 92/100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29150" y="198477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fonctionnels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29150" y="2342852"/>
            <a:ext cx="4210050" cy="182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Chrome, Firefox, Safari, Edge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Desktop, Tablette, Mobile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XSS OK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configuré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62355" y="4381500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12/16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65372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technologique et sécurité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752451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consultées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2110532"/>
            <a:ext cx="4210050" cy="228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 Web Docs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CSS-Tricks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Dev.to / Medium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ANSSI / OWASP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Trending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29150" y="1752451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Vulnérabilités identifiées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29150" y="2110532"/>
            <a:ext cx="4210050" cy="182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via innerHTML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 textContent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des entrées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sécurisée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62355" y="4381500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13/16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et réflexion critique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752451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2110532"/>
            <a:ext cx="4210050" cy="228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responsive réussie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dynamique fluide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 98/100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propre et maintenable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intégrée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29150" y="1752451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rencontrées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29150" y="2110532"/>
            <a:ext cx="4210050" cy="135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IE11 → Fallbacks CSS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1000+ items → Debounce 300ms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couleurs → Ajustements RGAA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62355" y="4381500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14/16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66750"/>
            <a:ext cx="5294947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 d'amélioration et perspectives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98477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futures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2342852"/>
            <a:ext cx="4210050" cy="182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favoris persistant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et filtres avancés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sombre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 intelligente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29150" y="1984772"/>
            <a:ext cx="429425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Optimisations techniques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29150" y="2342852"/>
            <a:ext cx="4210050" cy="182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 des images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SEO avancée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(PWA)</a:t>
            </a:r>
            <a:endParaRPr lang="en-US" sz="1350" dirty="0"/>
          </a:p>
          <a:p>
            <a:pPr algn="l" marL="342900" indent="-342900">
              <a:lnSpc>
                <a:spcPts val="216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automatisés (Jest)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62355" y="4381500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15/16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92a3e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1346" y="792510"/>
            <a:ext cx="14811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04800" y="1683990"/>
            <a:ext cx="8534400" cy="1485900"/>
          </a:xfrm>
          <a:prstGeom prst="roundRect">
            <a:avLst>
              <a:gd name="adj" fmla="val 641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36042" y="1950690"/>
            <a:ext cx="8471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120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mises en œuvre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19100" y="2198340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9100" y="2484090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HTML5/CSS3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9100" y="2769840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10100" y="2198340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10100" y="2484090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10100" y="2769840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19456" y="374139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: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github.com/user/projet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19456" y="404619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: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projet.vercel.app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62355" y="4381500"/>
            <a:ext cx="486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Projet Front-End ECF</dc:title>
  <dc:subject>Évaluation en Cours de Formation - Développeur Web et Web Mobile</dc:subject>
  <dc:creator>Formation DWWM</dc:creator>
  <cp:lastModifiedBy>Formation DWWM</cp:lastModifiedBy>
  <cp:revision>1</cp:revision>
  <dcterms:created xsi:type="dcterms:W3CDTF">2026-01-06T08:16:09Z</dcterms:created>
  <dcterms:modified xsi:type="dcterms:W3CDTF">2026-01-06T08:16:09Z</dcterms:modified>
</cp:coreProperties>
</file>